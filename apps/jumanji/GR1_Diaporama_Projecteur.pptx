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9A825"/>
                </a:solidFill>
              </a:rPr>
              <a:t>🏆  DÉFI ARDOISES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Types de phrases &amp; ponctuation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AACC"/>
                </a:solidFill>
              </a:rPr>
              <a:t>CM2  ·  Grammaire GR·1  ·  Période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256032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  —  Déclarative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5029200"/>
            <a:ext cx="2560320" cy="6400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5029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  —  Interrogative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5029200"/>
            <a:ext cx="2560320" cy="6400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5029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Inj  —  Injonctive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5029200"/>
            <a:ext cx="256032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5029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E  —  Exclamative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CC"/>
                </a:solidFill>
              </a:rPr>
              <a:t>Appuie sur → pour avancer  ·  Chaque phrase → réponse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565C0"/>
                </a:solidFill>
              </a:rPr>
              <a:t>⚡  FLASH COLLECTIF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Identifie le type et écris-le sur ton ardoise !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 = Décl.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 = Inter.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Inj = Injonc.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 = Excl.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Le jeu était posé au milieu de la table.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Le jeu était posé au milieu de la table.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D  —  Déclarative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65C0"/>
                </a:solidFill>
              </a:rPr>
              <a:t>Ponctuation : « 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Est-ce que tu connais les règles de ce jeu ?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Est-ce que tu connais les règles de ce jeu ?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I  —  Interrogative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7F17"/>
                </a:solidFill>
              </a:rPr>
              <a:t>Ponctuation : « ?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Ne touchez jamais à cette boîte !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Ne touchez jamais à cette boîte !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Inj  —  Injonctive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A1B9A"/>
                </a:solidFill>
              </a:rPr>
              <a:t>Ponctuation : « !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Comme cette forêt est étrange et silencieuse !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Comme cette forêt est étrange et silencieuse !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E  —  Exclamative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2828"/>
                </a:solidFill>
              </a:rPr>
              <a:t>Ponctuation : « !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Les enfants ouvrirent lentement le couvercle.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Les enfants ouvrirent lentement le couvercle.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D  —  Déclarative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65C0"/>
                </a:solidFill>
              </a:rPr>
              <a:t>Ponctuation : « 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Qui a lancé les dés en premier ?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Qui a lancé les dés en premier ?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I  —  Interrogative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7F17"/>
                </a:solidFill>
              </a:rPr>
              <a:t>Ponctuation : « ?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Rangez immédiatement toutes vos affaires.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Rangez immédiatement toutes vos affaires.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Inj  —  Injonctive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A1B9A"/>
                </a:solidFill>
              </a:rPr>
              <a:t>Ponctuation : « !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Identifie le type de cette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Quelle aventure incroyable nous avons vécue !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⚡ FLASH COLLECTIF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Quelle aventure incroyable nous avons vécue !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Type : E  —  Exclamative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62828"/>
                </a:solidFill>
              </a:rPr>
              <a:t>Ponctuation : « ! 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57F17"/>
                </a:solidFill>
              </a:rPr>
              <a:t>🎯  MANCHE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Déclarative → Interrogative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9A825"/>
                </a:solidFill>
              </a:rPr>
              <a:t>Consigne : Transforme cette phrase déclarative en interrogative.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 = Décl.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 = Inter.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Inj = Injonc.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 = Excl.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interrogative.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Les enfants avancent leurs pièces sur le plateau.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Les enfants avancent leurs pièces sur le plateau.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Est-ce que les enfants avancent leurs pièces sur le plateau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interrogative.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Le lion sort de la jungle à minuit.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Le lion sort de la jungle à minuit.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Le lion sort-il de la jungle à minuit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interrogative.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Judy a trouvé la boîte dans le parc.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Judy a trouvé la boîte dans le parc.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Est-ce que Judy a trouvé la boîte dans le parc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interrogative.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Peter connaît toutes les règles du jeu.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Peter connaît toutes les règles du jeu.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Peter connaît-il toutes les règles du jeu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A1B9A"/>
                </a:solidFill>
              </a:rPr>
              <a:t>🎯  MANCHE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Déclarative → Injonctive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9A825"/>
                </a:solidFill>
              </a:rPr>
              <a:t>Consigne : Transforme cette phrase déclarative en injonctive.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 = Décl.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 = Inter.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Inj = Injonc.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 = Excl.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injonctive.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Vous lisez la règle avant de commencer.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Vous lisez la règle avant de commencer.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Lisez la règle avant de commencer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injonctive.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Tu avances ta pièce de trois cases.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Tu avances ta pièce de trois cases.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Avance ta pièce de trois cases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cette phrase déclarative en injonctive.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Nous restons calmes face au danger.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🎯 MANCHE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Nous restons calmes face au danger.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✔  Restons calmes face au danger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+2 pts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62828"/>
                </a:solidFill>
              </a:rPr>
              <a:t>🎲  MANCHE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Type tiré au sort — toutes les équipes lèvent ensemble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9A825"/>
                </a:solidFill>
              </a:rPr>
              <a:t>Consigne : Transforme selon le type tiré au sort.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 = Décl.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 = Inter.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Inj = Injonc.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 = Excl.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🎲 MANCHE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selon le type tiré au sort.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Les joueurs gagnent à la fin de la partie.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🎲 MANCHE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Les joueurs gagnent à la fin de la partie.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Plusieurs réponses possibles
Vérifiez ensemble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+3 pts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🎲 MANCHE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selon le type tiré au sort.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La pluie tombe sur la ville ce soir.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🎲 MANCHE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La pluie tombe sur la ville ce soir.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Plusieurs réponses possibles
Vérifiez ensemble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+3 pts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🎲 MANCHE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Transforme selon le type tiré au sort.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Tu termines toujours tes devoirs à l'heure.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🎲 MANCHE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Tu termines toujours tes devoirs à l'heure.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Plusieurs réponses possibles
Vérifiez ensemble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+3 pts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695C"/>
                </a:solidFill>
              </a:rPr>
              <a:t>🏆  MANCHE 4 — DÉFI DOUBLE 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2 transformations en 30 secondes !  +4 pts par type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9A825"/>
                </a:solidFill>
              </a:rPr>
              <a:t>Consigne : Écris 2 transformations différentes en 30 secondes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 = Décl.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 = Inter.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Inj = Injonc.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 = Excl.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🏆 MANCHE 4 — DÉFI DOUBLE 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Écris 2 transformations différentes en 30 secondes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Le rhinocéros traverse le couloir en courant.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🏆 MANCHE 4 — DÉFI DOUBLE 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Le rhinocéros traverse le couloir en courant.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Plusieurs réponses possibles
Comparez avec votre voisin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+4 pts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🏆 MANCHE 4 — DÉFI DOUBLE 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9A825"/>
                </a:solidFill>
              </a:rPr>
              <a:t>Écris 2 transformations différentes en 30 secondes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 Vous entendez un bruit étrange dans le grenier. 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✏  Écris sur ton ardoise !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  « 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  « ?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4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  « !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60350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  « ! »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🏆 MANCHE 4 — DÉFI DOUBLE 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137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AAACC"/>
                </a:solidFill>
              </a:rPr>
              <a:t>#20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AAAACC"/>
                </a:solidFill>
              </a:rPr>
              <a:t>« Vous entendez un bruit étrange dans le grenier.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36576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Plusieurs réponses possibles
Comparez avec votre voisin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2952" y="55778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9A825"/>
                </a:solidFill>
              </a:rPr>
              <a:t>+4 pts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9A825"/>
                </a:solidFill>
              </a:rPr>
              <a:t>🏆  Bravo à tous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Résultats des équipes — trace écrite dans le cahier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AAACC"/>
                </a:solidFill>
              </a:rPr>
              <a:t>Rappel : demain → DICTÉE FLASH J1 (majuscule + ponctuation 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